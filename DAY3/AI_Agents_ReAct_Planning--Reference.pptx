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69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Reasoning, Planning &amp; Tool Use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AI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</a:t>
            </a: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• CoT • ToT • GoT • Tool Use • Planning • Reflection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Architectures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CoT, ToT, GoT approaches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Framework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Action paradigm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&amp; API 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and execution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Planning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task decomposition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Patterns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and improvement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Search + Python agent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of Thought (CoT)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Prompting LLMs to reason step-by-step before answering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8404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Key Concepts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Explicit reasoning steps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Intermediate outputs visible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Improves accuracy on complex tasks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Works with zero-shot or few-shot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'Let's think step by step...'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840480" cy="310896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Example Prompt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3776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Roger has 5 tennis balls.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buys 2 more cans of 3.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does he have?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Let's think step by step: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Started with 5 balls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Bought 2 cans × 3 = 6 balls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Total = 5 + 6 = 11 balls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of Thoughts (ToT)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Exploring multiple reasoning paths with backtracking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Mechanism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1. Generate Thoughts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Create multiple reasoning paths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2. Evaluate Thoughts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Score each path's promise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3. Search Strategy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BFS or DFS through tree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4. Backtrack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Prune dead-ends, explore better paths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554480"/>
            <a:ext cx="38404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Best Use Cases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2267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Creative writing with alternatives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4320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9240" y="27249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Game playing (24, crosswords)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3182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Mathematical reasoning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49240" y="3639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Strategic planning problems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of Thoughts (GoT)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Non-linear reasoning with thought aggregation and refinement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1280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Linear chain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Sequential reasoning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ToT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Tree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Branching + backtracking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GoT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Graph/Network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Thought merging + loops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GoT Advantages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✓ Aggregate multiple perspectives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✓ Refine thoughts iteratively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✓ Handle complex dependencies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✓ Combine sub-solutions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7548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When to Use GoT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7548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Multi-document synthesis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Sorting/ranking with comparisons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Iterative refinement needed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Sub-task dependencies exist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</a:rPr>
              <a:t>Reasoning + Acting in Synergy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1828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1. Thought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Reason about current state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5146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2971800" y="2103120"/>
            <a:ext cx="1828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21031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2. 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Execute tool/API 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25146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103120"/>
            <a:ext cx="1828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2103120"/>
            <a:ext cx="73152" cy="109728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3. Observation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Process 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5146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103120"/>
            <a:ext cx="1828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2103120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4. Repeat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Until task complete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</a:rPr>
              <a:t>Combines explicit reasoning with dynamic tool interaction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in Action: Example Trace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What is the elevation of Mt. Everest in meters?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1: I need to search for Mt. Everest's elevation.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1: search('Mt. Everest elevation')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1: Mt. Everest is 8,848.86 meters above sea level.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2: The observation contains the answer.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2: finish('8,848.86 meters')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8,848.86 meters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&amp; API Calling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Extending LLM capabilities with external functions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8404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737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Search Tools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993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Web search, Wikipedia, RAG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38404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514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Computation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770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Calculator, Python REPL, SQL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38404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External APIs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3547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Weather, Stock data, Databases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8404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069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File Operations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3251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Read, Write, Parse documents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Function Calling Flow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0" y="2011680"/>
            <a:ext cx="3840480" cy="2560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21488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8090"/>
                </a:solidFill>
              </a:rPr>
              <a:t>1. Define Tool Schema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(name, description, parameters)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8090"/>
                </a:solidFill>
              </a:rPr>
              <a:t>2. LLM Selects Tool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(based on context + task)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8090"/>
                </a:solidFill>
              </a:rPr>
              <a:t>3. Execute Function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(with extracted arguments)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8090"/>
                </a:solidFill>
              </a:rPr>
              <a:t>4. Return Result to LLM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   (continue reasoning)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 for ReAct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Key Components of Effective ReAct Prompts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1. System Instructions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Define agent role and capabilities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Specify output format (Thought/Action/Obs)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Set termination conditions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8404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2. Tool Descriptions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Clear tool names and purposes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Parameter specifications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Expected return formats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8404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3. Few-Shot Examples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Show complete reasoning traces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Demonstrate tool usage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Include error handling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8404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4. Task Instruction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5661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Clear objective statement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Any constraints or requirements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Success criteria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Planning Strategies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Breaking down complex tasks into manageable sub-goals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Planning Techniques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2C39A"/>
                </a:solidFill>
              </a:rPr>
              <a:t>Hierarchical Planning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Break into high-level → low-level tasks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2C39A"/>
                </a:solidFill>
              </a:rPr>
              <a:t>Goal Decomposition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Identify sub-goals and dependencies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2C39A"/>
                </a:solidFill>
              </a:rPr>
              <a:t>Dynamic Re-planning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Adjust plan based on execution results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2C39A"/>
                </a:solidFill>
              </a:rPr>
              <a:t>Resource-Aware Planning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Consider tool availability and constraints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554480"/>
            <a:ext cx="3840480" cy="310896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Example: Plan a Trip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Book vacation to Paris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Sub-goals: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Find flight deals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Book hotel accommodation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Research attractions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Create itinerary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needed: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Flight API, Hotel API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Web search, Calculator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Calendar, Note-taking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Reflection Patterns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</a:rPr>
              <a:t>Self-critique and iterative improvement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The Reflection Loop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2057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Execute Action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514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Evaluate Result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Identify Issues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3429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Improve &amp; Retry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1554480"/>
            <a:ext cx="38404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Reflection Techniques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3776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Self-Consistency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Generate multiple answers, pick consensus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Reflexion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Explicit verbal feedback on failures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Self-Ask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Question assumptions and validate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C3E50"/>
                </a:solidFill>
              </a:rPr>
              <a:t>Verification Chains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Cross-check outputs with evidence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Exercise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</a:rPr>
              <a:t>Build a Search + Python Tool Agent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2286000"/>
            <a:ext cx="64008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4688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What We'll Build: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92608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ReAct agent with 2 tools: Search &amp; Python REPL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Custom prompt template with reasoning structure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Action parsing and tool execution loop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</a:rPr>
              <a:t>✓ Handle multi-step queries requiring both tools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Implementing ReAct Prompt Template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agent with access to tools.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using this format: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[reasoning about what to do]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[tool_name: arguments]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[tool result]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(repeat until done)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[your response]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search(query), python(code)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Implementation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search_tool(query: str) -&gt; str: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information"""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search API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search_api(query)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results.summary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python_tool(code: str) -&gt; str: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"""Execute Python code safely"""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exec_sandbox(code)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str(result)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f'Error: {e}'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2763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CoT, ToT, GoT offer different reasoning structures for different problems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762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7627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ReAct combines reasoning and acting for dynamic problem-solving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7249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24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72491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Tool use dramatically expands what LLMs can accomplish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27355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273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2735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Good prompt design is critical for reliable agent behavior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822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822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82219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Reflection patterns enable self-improvement and error recovery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37083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370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37083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Planning strategies help tackle complex multi-step tasks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</a:rPr>
              <a:t>Ready to Build Intelligent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1028</Words>
  <Application>Microsoft Office PowerPoint</Application>
  <PresentationFormat>On-screen Show (16:9)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Reasoning, Planning &amp; Tool Use in AI Agents</dc:title>
  <dc:subject>PptxGenJS Presentation</dc:subject>
  <dc:creator>AI Agent Workshop</dc:creator>
  <cp:lastModifiedBy>Palani Karthikeyan</cp:lastModifiedBy>
  <cp:revision>1</cp:revision>
  <dcterms:created xsi:type="dcterms:W3CDTF">2026-02-02T12:36:33Z</dcterms:created>
  <dcterms:modified xsi:type="dcterms:W3CDTF">2026-02-02T12:45:03Z</dcterms:modified>
</cp:coreProperties>
</file>